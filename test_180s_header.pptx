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"/>
            <a:ext cx="1565131" cy="438912"/>
          </a:xfrm>
          <a:prstGeom prst="rect">
            <a:avLst/>
          </a:prstGeom>
        </p:spPr>
      </p:pic>
      <p:pic>
        <p:nvPicPr>
          <p:cNvPr id="3" name="Picture 2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09728"/>
            <a:ext cx="444817" cy="43891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40280" y="91440"/>
            <a:ext cx="998982" cy="292608"/>
          </a:xfrm>
          <a:prstGeom prst="roundRect">
            <a:avLst/>
          </a:prstGeom>
          <a:solidFill>
            <a:srgbClr val="102C57"/>
          </a:solidFill>
          <a:ln w="63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● 1. Intro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2414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2. Métier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4548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3. État 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56682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4. Archi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8816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5. Fiab.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0950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6. Géofoncier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3084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7. Limites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45218" y="91440"/>
            <a:ext cx="998982" cy="292608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64748B"/>
                </a:solidFill>
                <a:latin typeface="Arial"/>
              </a:rPr>
              <a:t>8. Concl.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438912"/>
            <a:ext cx="2057400" cy="219456"/>
          </a:xfrm>
          <a:prstGeom prst="roundRect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1.1 Structure GEO-SIAPP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38912"/>
            <a:ext cx="2057400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0F172A"/>
                </a:solidFill>
                <a:latin typeface="Arial"/>
              </a:rPr>
              <a:t>1.2 Cadre réglementaire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38912"/>
            <a:ext cx="2057400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0F172A"/>
                </a:solidFill>
                <a:latin typeface="Arial"/>
              </a:rPr>
              <a:t>1.3 Contexte &amp; Enjeux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38912"/>
            <a:ext cx="2057400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50" b="0">
                <a:solidFill>
                  <a:srgbClr val="0F172A"/>
                </a:solidFill>
                <a:latin typeface="Arial"/>
              </a:rPr>
              <a:t>1.4 Problématique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713232"/>
            <a:ext cx="1127455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777240"/>
            <a:ext cx="10908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02C57"/>
                </a:solidFill>
                <a:latin typeface="Arial"/>
              </a:rPr>
              <a:t>1.1 Présentation de la structure d'accueil : Le Cabinet GEO-SIAPP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234440"/>
            <a:ext cx="10908792" cy="5303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