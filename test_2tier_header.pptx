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4000" y="72000"/>
            <a:ext cx="1710000" cy="306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64748B"/>
                </a:solidFill>
                <a:latin typeface="Arial"/>
              </a:rPr>
              <a:t>1. Contexte &amp; Enjeux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8800" y="72000"/>
            <a:ext cx="1710000" cy="306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64748B"/>
                </a:solidFill>
                <a:latin typeface="Arial"/>
              </a:rPr>
              <a:t>2. État de l'art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93600" y="72000"/>
            <a:ext cx="1710000" cy="306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64748B"/>
                </a:solidFill>
                <a:latin typeface="Arial"/>
              </a:rPr>
              <a:t>3. Chaîne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8400" y="72000"/>
            <a:ext cx="1710000" cy="306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FFFFFF"/>
                </a:solidFill>
                <a:latin typeface="Arial"/>
              </a:rPr>
              <a:t>● 4. Fiabilisation &amp; Foncier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3200" y="72000"/>
            <a:ext cx="1710000" cy="306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64748B"/>
                </a:solidFill>
                <a:latin typeface="Arial"/>
              </a:rPr>
              <a:t>5. Bilan &amp; Perspectives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439200"/>
            <a:ext cx="1872000" cy="280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4.1 17 Règles métier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7999" y="439200"/>
            <a:ext cx="1872000" cy="280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4.2 Filiation parcellaire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5998" y="439200"/>
            <a:ext cx="1872000" cy="28080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▸ 4.3 Supervision 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3997" y="439200"/>
            <a:ext cx="1872000" cy="280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4.4 Démonstration vidéo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1996" y="439200"/>
            <a:ext cx="1872000" cy="280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4.5 Cas de Prades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800" y="1152000"/>
            <a:ext cx="10911600" cy="54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