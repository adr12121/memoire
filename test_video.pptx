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4" ContentType="video/unknown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Demonstration_PFE_Condensee_1m25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00000" y="1260000"/>
            <a:ext cx="10393200" cy="50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